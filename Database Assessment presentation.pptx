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78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5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27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50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81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0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9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9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9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7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62EBA-FFED-4862-B8FB-FB6B748252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C9017-B000-4310-BF68-C8A0AF249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82319" y="824110"/>
            <a:ext cx="10512829" cy="513986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Relational </a:t>
            </a:r>
            <a:r>
              <a:rPr kumimoji="0" lang="en-US" altLang="en-US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Demonstration – UK Road Accident Data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Anthony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Eddei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Kwofie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MSc Artificial Intelligence and Data Science – University of Hull (London Campus)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accident_data_v1.0.0_2023.db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Acting as a government data scientist building a secure SQL database for accident data.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11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Managing Data Responsibly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285287"/>
              </p:ext>
            </p:extLst>
          </p:nvPr>
        </p:nvGraphicFramePr>
        <p:xfrm>
          <a:off x="838200" y="1920238"/>
          <a:ext cx="10515600" cy="432816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505200"/>
                <a:gridCol w="3505200"/>
                <a:gridCol w="3505200"/>
              </a:tblGrid>
              <a:tr h="1082041"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/>
                        <a:t>Technical</a:t>
                      </a:r>
                      <a:endParaRPr lang="en-US" sz="2800" b="1" u="sng" dirty="0"/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13000">
                          <a:schemeClr val="accent1">
                            <a:lumMod val="0"/>
                            <a:lumOff val="100000"/>
                          </a:schemeClr>
                        </a:gs>
                        <a:gs pos="39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/>
                        <a:t>Ethical</a:t>
                      </a:r>
                      <a:endParaRPr lang="en-US" sz="2800" b="1" u="sng" dirty="0"/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13000">
                          <a:schemeClr val="accent1">
                            <a:lumMod val="0"/>
                            <a:lumOff val="100000"/>
                          </a:schemeClr>
                        </a:gs>
                        <a:gs pos="39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/>
                        <a:t>Legal</a:t>
                      </a:r>
                      <a:endParaRPr lang="en-US" sz="2800" b="1" u="sng" dirty="0"/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13000">
                          <a:schemeClr val="accent1">
                            <a:lumMod val="0"/>
                            <a:lumOff val="100000"/>
                          </a:schemeClr>
                        </a:gs>
                        <a:gs pos="39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</a:tr>
              <a:tr h="1082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integrity &amp; security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Protecting individual privacy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GDPR (2018) compliance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</a:tr>
              <a:tr h="10820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Avoiding redundancy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Fair and unbiased data use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Lawful access &amp; retention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</a:tr>
              <a:tr h="108204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Access control &amp; audit trails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Responsible reporting</a:t>
                      </a:r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</a:t>
                      </a:r>
                      <a:r>
                        <a:rPr lang="en-US" dirty="0" smtClean="0"/>
                        <a:t>minimization</a:t>
                      </a:r>
                      <a:endParaRPr lang="en-US" dirty="0"/>
                    </a:p>
                  </a:txBody>
                  <a:tcPr anchor="ctr">
                    <a:gradFill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79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Entity–Relationship Model of the Accident Database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75640"/>
            <a:ext cx="1009122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 of tables and relationships (simplified version below)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Keys (PK) and Foreign Keys (FK) clearly labelled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671" y="2629747"/>
            <a:ext cx="6258658" cy="4172438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6731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Finding the Oldest Driver or Rider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4169" y="3287467"/>
            <a:ext cx="9963662" cy="3378374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14169" y="1690688"/>
            <a:ext cx="65667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query and output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use of aggregate function</a:t>
            </a:r>
          </a:p>
        </p:txBody>
      </p:sp>
    </p:spTree>
    <p:extLst>
      <p:ext uri="{BB962C8B-B14F-4D97-AF65-F5344CB8AC3E}">
        <p14:creationId xmlns:p14="http://schemas.microsoft.com/office/powerpoint/2010/main" val="286133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Counting Vehicles of Type 19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1468" y="2946400"/>
            <a:ext cx="9989063" cy="3602605"/>
          </a:xfrm>
          <a:prstGeom prst="rect">
            <a:avLst/>
          </a:prstGeom>
          <a:effectLst>
            <a:glow rad="444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01468" y="1470170"/>
            <a:ext cx="35966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total count result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filtering with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WHERE</a:t>
            </a:r>
            <a:endParaRPr kumimoji="0" lang="en-US" alt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673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Joining Tables to Retrieve Local Accident Details</a:t>
            </a:r>
            <a:endParaRPr lang="en-US" b="1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270001" y="1690688"/>
            <a:ext cx="4825999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use of multiple joins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displayed fields: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Sex of driver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Sex of casualty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 limit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of vehicle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 name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359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940" y="-1297"/>
            <a:ext cx="9912859" cy="1028753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40" y="979076"/>
            <a:ext cx="9912859" cy="3775803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780" y="4653279"/>
            <a:ext cx="9912859" cy="2171812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74931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Summary of Findings and Good Practice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838200" y="1997800"/>
            <a:ext cx="7675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SQL enabled structured and secure data access.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Relational design reduced redundancy and improved data integrity.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Queries provided actionable insights for public safety.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Ethical and legal principles guided the data management process.</a:t>
            </a:r>
            <a:endParaRPr lang="en-US" b="0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315541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</TotalTime>
  <Words>214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 Unicode MS</vt:lpstr>
      <vt:lpstr>Arial</vt:lpstr>
      <vt:lpstr>Calibri</vt:lpstr>
      <vt:lpstr>Calibri Light</vt:lpstr>
      <vt:lpstr>ui-sans-serif</vt:lpstr>
      <vt:lpstr>Office Theme</vt:lpstr>
      <vt:lpstr>PowerPoint Presentation</vt:lpstr>
      <vt:lpstr>Managing Data Responsibly</vt:lpstr>
      <vt:lpstr>Entity–Relationship Model of the Accident Database</vt:lpstr>
      <vt:lpstr>Finding the Oldest Driver or Rider</vt:lpstr>
      <vt:lpstr>Counting Vehicles of Type 19</vt:lpstr>
      <vt:lpstr>Joining Tables to Retrieve Local Accident Details</vt:lpstr>
      <vt:lpstr>PowerPoint Presentation</vt:lpstr>
      <vt:lpstr>Summary of Findings and Good Practice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16</cp:revision>
  <dcterms:created xsi:type="dcterms:W3CDTF">2025-10-23T09:30:13Z</dcterms:created>
  <dcterms:modified xsi:type="dcterms:W3CDTF">2025-10-29T11:35:27Z</dcterms:modified>
</cp:coreProperties>
</file>